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943600" cy="5943600"/>
          </a:xfrm>
          <a:prstGeom prst="ellipse">
            <a:avLst/>
          </a:prstGeom>
          <a:solidFill>
            <a:srgbClr val="0F766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754880" cy="475488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2286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38">
                <a:alpha val="25000"/>
              </a:srgbClr>
            </a:outerShdw>
          </a:effectLst>
        </p:spPr>
      </p:sp>
      <p:pic>
        <p:nvPicPr>
          <p:cNvPr id="5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905256"/>
            <a:ext cx="1517904" cy="512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FINAL EVALUATION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" y="22860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AI-Assisted Mental Health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Platform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39136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Compassionate, always-available support that bridges the gap between therapy sessions.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10424160" cy="1691640"/>
          </a:xfrm>
          <a:prstGeom prst="roundRect">
            <a:avLst>
              <a:gd name="adj" fmla="val 5405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4910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GROUP  ·  F25CS186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Sameed Saeed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L1F22BSCS0956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2336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Hayat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L1F22BSCS0976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1228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Faziyab Ahmad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L1F22BSCS1111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38360" y="523951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Misha Asif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pic>
        <p:nvPicPr>
          <p:cNvPr id="5" name="Image 1" descr="assets/pro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663440" cy="25100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903720" y="1783080"/>
            <a:ext cx="4663440" cy="2510028"/>
          </a:xfrm>
          <a:prstGeom prst="roundRect">
            <a:avLst>
              <a:gd name="adj" fmla="val 21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E9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1783080"/>
            <a:ext cx="5989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care is hard to access — and even harder to sustain between sessions.
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is expensive and infrequent.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left without support during the days and weeks between appointments.
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signs are missed.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Therapists lack visibility into a patient’s mood and crisis moments outside the clinic.
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is fragmented.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mood logs, scheduling and records live in disconnected tools.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5257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88900" dist="25400" dir="5400000">
              <a:srgbClr val="0B3B38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6868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cite cost &amp; access as barriers to care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43400" y="5257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88900" dist="25400" dir="5400000">
              <a:srgbClr val="0B3B38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57200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experience a mental-health condition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5257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88900" dist="25400" dir="5400000">
              <a:srgbClr val="0B3B38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7532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827532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gap between scheduled sessions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Goals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76200" dist="25400" dir="5400000">
              <a:srgbClr val="0B3B38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856232"/>
            <a:ext cx="493776" cy="49377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8" y="1989552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AI companion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846320" y="180136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patients an empathetic, private space to talk and reflect between therapy sessions.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642616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76200" dist="25400" dir="5400000">
              <a:srgbClr val="0B3B38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" y="2807208"/>
            <a:ext cx="493776" cy="49377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68" y="2940528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797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46320" y="275234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crisis and self-harm language and guide users toward professional help immediately.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593592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76200" dist="25400" dir="5400000">
              <a:srgbClr val="0B3B38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" y="3758184"/>
            <a:ext cx="493776" cy="49377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68" y="3891504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730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mood &amp; progress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46320" y="370332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patients log moods and goals, and give therapists clear insight into their journey.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544568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76200" dist="25400" dir="5400000">
              <a:srgbClr val="0B3B38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1248" y="4709160"/>
            <a:ext cx="493776" cy="49377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68" y="4842480"/>
            <a:ext cx="227137" cy="2271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681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care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846320" y="465429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therapists, appointment booking, secure chat and video — all in one platform.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5495544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76200" dist="25400" dir="5400000">
              <a:srgbClr val="0B3B38">
                <a:alpha val="7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" y="5660136"/>
            <a:ext cx="493776" cy="49377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68" y="5793456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6327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secure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846320" y="560527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records with JWT auth, two-factor login and access-controlled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Benzi — One Connected Platform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196596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0" y="2138782"/>
            <a:ext cx="294437" cy="2944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2688" y="31272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companion, mood tracking, appointments, secure chat, self-help resources &amp; goals.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6916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36008" y="196596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830" y="213878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36008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Portal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636008" y="31272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client management, availability, reports and crisis alerts.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16916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196596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150" y="213878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339328" y="31272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approval, subscriptions, coupons, revenue and platform oversight.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251960"/>
            <a:ext cx="10908792" cy="2057400"/>
          </a:xfrm>
          <a:prstGeom prst="roundRect">
            <a:avLst>
              <a:gd name="adj" fmla="val 4444"/>
            </a:avLst>
          </a:prstGeom>
          <a:solidFill>
            <a:srgbClr val="0B3B38"/>
          </a:solidFill>
          <a:ln/>
          <a:effectLst>
            <a:outerShdw sx="100000" sy="100000" kx="0" ky="0" algn="bl" rotWithShape="0" blurRad="114300" dist="38100" dir="5400000">
              <a:srgbClr val="0B3B38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461772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486460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48840" y="45537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the Benzi AI Engine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2148840" y="50292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locally-hosted, fine-tuned empathetic language model running on Ollama — paired with a crisis-detection safety layer and retrieval over the patient’s own records. Private by design: the model runs on our own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910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client–server architecture: React web apps talk to a Node.js / Express REST API and a Socket.IO real-time layer, backed by MongoDB and a Redis-powered job queue, with the Benzi AI engine served locally via Ollama.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90879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7" name="Image 1" descr="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688" y="2432304"/>
            <a:ext cx="5523576" cy="3867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Benzi AI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0" y="457200"/>
            <a:ext cx="2286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38">
                <a:alpha val="25000"/>
              </a:srgbClr>
            </a:outerShdw>
          </a:effectLst>
        </p:spPr>
      </p:sp>
      <p:pic>
        <p:nvPicPr>
          <p:cNvPr id="5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676656"/>
            <a:ext cx="1517904" cy="5129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4114800" cy="4617720"/>
          </a:xfrm>
          <a:prstGeom prst="roundRect">
            <a:avLst>
              <a:gd name="adj" fmla="val 2222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30" y="2209190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202996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</a:t>
            </a:r>
            <a:endParaRPr lang="en-US" sz="1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Empathetic Model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2907792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Instruct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fine-tuning (PEFT)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with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runs locally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curated examples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983480" y="1691640"/>
            <a:ext cx="6565392" cy="1024128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12080" y="1938528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275" y="2081723"/>
            <a:ext cx="243962" cy="2439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18379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companion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94360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feelings, reflects, and asks one gentle question — concise and supportive, never a diagnosis.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83480" y="2862072"/>
            <a:ext cx="6565392" cy="1024128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212080" y="3108960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275" y="3252155"/>
            <a:ext cx="243962" cy="2439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30083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Crisis-detection safety layer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943600" y="33192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self-harm and crisis language and steers users to their therapist or emergency help.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983480" y="4032504"/>
            <a:ext cx="6565392" cy="1024128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212080" y="4279392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275" y="4422587"/>
            <a:ext cx="243962" cy="2439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0" y="41788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 over records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943600" y="44897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replies in the patient’s own notes and documents using vector embeddings.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983480" y="5202936"/>
            <a:ext cx="6565392" cy="1024128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212080" y="5449824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275" y="5593019"/>
            <a:ext cx="243962" cy="24396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43600" y="5349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mood analysis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5943600" y="56601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emotional tone to log mood trends and surface insights for therapists.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71" y="2164751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 AI Companion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always-available empathetic chat with voice input support.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38828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3148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219" y="216475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3148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13148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mood logs that build a visual picture of emotional wellbeing.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37576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11896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967" y="216475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1896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11896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therapists and book, reschedule or cancel sessions.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71" y="403927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Chat &amp; Video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14400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and anonymous video meets with your therapist.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38828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3148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219" y="403927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3148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Resources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13148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meditations, exercises and guidance for between sessions.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37576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11896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4967" y="4039271"/>
            <a:ext cx="260787" cy="26078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11896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Progress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311896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wellness goals and track achievements and progress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Therapists &amp; Admins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71" y="2164751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Verification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and admin approval before therapists go live.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38828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3148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219" y="216475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3148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13148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panels with history, notes and AI-generated context briefs.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37576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11896" y="20116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967" y="216475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1896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Scheduling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11896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hours, services and pricing; sync with appointments.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71" y="403927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Alerts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14400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email alerts when a patient shows crisis signals in chat.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38828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3148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219" y="403927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3148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Billing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13148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Stripe-powered plans, coupons and usage limits for therapists.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37576" y="3611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11896" y="3886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4967" y="4039271"/>
            <a:ext cx="260787" cy="26078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11896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Analytics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311896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dashboards for revenue, subscriptions and platform health.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1090879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6" name="Image 1" descr="assets/e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22" y="1700784"/>
            <a:ext cx="8459109" cy="4334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14476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— User · Patient · Therapist · Appointment · Service · Message · Record · AI data ·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Level 1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1090879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6" name="Image 1" descr="assets/d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16894"/>
            <a:ext cx="10616184" cy="35477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0533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entities, six core processes and data stores — auth, appointments, messaging, records &amp; AI, billing, admin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2542032" cy="4297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057400"/>
            <a:ext cx="603504" cy="60350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34" y="2220346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50976" y="32004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19856" y="1783080"/>
            <a:ext cx="2542032" cy="4297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12464" y="2057400"/>
            <a:ext cx="603504" cy="60350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410" y="2220346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12464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30752" y="32004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99632" y="1783080"/>
            <a:ext cx="2542032" cy="4297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92240" y="2057400"/>
            <a:ext cx="603504" cy="60350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186" y="2220346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10528" y="32004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+ QLoRA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979408" y="1783080"/>
            <a:ext cx="2542032" cy="4297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72016" y="2057400"/>
            <a:ext cx="603504" cy="60350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962" y="2220346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2016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290304" y="32004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 auth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email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</a:t>
            </a:r>
            <a:endParaRPr lang="en-US" sz="3000" dirty="0"/>
          </a:p>
        </p:txBody>
      </p:sp>
      <p:pic>
        <p:nvPicPr>
          <p:cNvPr id="4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57200"/>
            <a:ext cx="868680" cy="293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057400"/>
            <a:ext cx="3867912" cy="411480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6" name="Image 1" descr="assets/shot-patient-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379445"/>
            <a:ext cx="3575304" cy="31598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2472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782312" y="2057400"/>
            <a:ext cx="2615184" cy="41148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9" name="Image 2" descr="assets/shot-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440745"/>
            <a:ext cx="2322576" cy="30372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2312" y="58247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 AI Chat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671816" y="2057400"/>
            <a:ext cx="3867912" cy="411480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4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0B3B38">
                <a:alpha val="10000"/>
              </a:srgbClr>
            </a:outerShdw>
          </a:effectLst>
        </p:spPr>
      </p:sp>
      <p:pic>
        <p:nvPicPr>
          <p:cNvPr id="12" name="Image 3" descr="assets/shot-therapist-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407377"/>
            <a:ext cx="3575304" cy="3103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71816" y="582472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0" y="502920"/>
            <a:ext cx="2286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38">
                <a:alpha val="25000"/>
              </a:srgbClr>
            </a:outerShdw>
          </a:effectLst>
        </p:spPr>
      </p:sp>
      <p:pic>
        <p:nvPicPr>
          <p:cNvPr id="5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722376"/>
            <a:ext cx="1517904" cy="5129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2" y="2321662"/>
            <a:ext cx="294437" cy="2944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30175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with patient, therapist and admin apps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locally-hosted, fine-tuned empathetic AI companion on Ollama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crisis-detection safety layer with real-time therapist alerts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tracking, appointments, secure chat, video &amp; subscriptions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with JWT and two-factor login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8288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072B2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19672" y="21488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3B38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94" y="232166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42632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next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65392" y="30175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for iOS and Android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fine-tuning dataset &amp; multilingual support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conversations with the AI companion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&amp; sleep data for richer mood insights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studies with partner therapists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91840"/>
            <a:ext cx="6400800" cy="6400800"/>
          </a:xfrm>
          <a:prstGeom prst="ellipse">
            <a:avLst/>
          </a:prstGeom>
          <a:solidFill>
            <a:srgbClr val="0F76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-2377440"/>
            <a:ext cx="4754880" cy="475488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22960"/>
            <a:ext cx="2286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38">
                <a:alpha val="25000"/>
              </a:srgbClr>
            </a:outerShdw>
          </a:effectLst>
        </p:spPr>
      </p:sp>
      <p:pic>
        <p:nvPicPr>
          <p:cNvPr id="5" name="Image 0" descr="assets/benz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042416"/>
            <a:ext cx="1517904" cy="512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896112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611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F25CS186   ·   Supervisor: Mam Misha Asif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Sameed Saeed  ·  Hassan Hayat  ·  Faziyab Ahmad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Benzi — AI-Assisted Mental Health Support Platform</dc:title>
  <dc:subject>PptxGenJS Presentation</dc:subject>
  <dc:creator>Group F25CS186</dc:creator>
  <cp:lastModifiedBy>Group F25CS186</cp:lastModifiedBy>
  <cp:revision>1</cp:revision>
  <dcterms:created xsi:type="dcterms:W3CDTF">2026-06-19T21:56:53Z</dcterms:created>
  <dcterms:modified xsi:type="dcterms:W3CDTF">2026-06-19T21:56:53Z</dcterms:modified>
</cp:coreProperties>
</file>